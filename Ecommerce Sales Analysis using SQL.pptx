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D765A-8E2E-4467-B17A-C21F700FAA07}" v="11" dt="2025-09-05T08:07:22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hya Komara" userId="cf894a963b253c78" providerId="LiveId" clId="{A1D5D4BB-EF04-4F0A-8085-EE3415BDD6DC}"/>
    <pc:docChg chg="custSel modSld">
      <pc:chgData name="Alekhya Komara" userId="cf894a963b253c78" providerId="LiveId" clId="{A1D5D4BB-EF04-4F0A-8085-EE3415BDD6DC}" dt="2025-09-05T08:07:22.165" v="28"/>
      <pc:docMkLst>
        <pc:docMk/>
      </pc:docMkLst>
      <pc:sldChg chg="modSp mod setBg">
        <pc:chgData name="Alekhya Komara" userId="cf894a963b253c78" providerId="LiveId" clId="{A1D5D4BB-EF04-4F0A-8085-EE3415BDD6DC}" dt="2025-09-05T08:06:56.194" v="13"/>
        <pc:sldMkLst>
          <pc:docMk/>
          <pc:sldMk cId="1858477064" sldId="256"/>
        </pc:sldMkLst>
        <pc:spChg chg="mod">
          <ac:chgData name="Alekhya Komara" userId="cf894a963b253c78" providerId="LiveId" clId="{A1D5D4BB-EF04-4F0A-8085-EE3415BDD6DC}" dt="2025-09-05T08:06:46.888" v="12" actId="14100"/>
          <ac:spMkLst>
            <pc:docMk/>
            <pc:sldMk cId="1858477064" sldId="256"/>
            <ac:spMk id="3" creationId="{658E28AB-D67B-0F5E-7A58-0A2312CB8DA5}"/>
          </ac:spMkLst>
        </pc:spChg>
        <pc:picChg chg="mod">
          <ac:chgData name="Alekhya Komara" userId="cf894a963b253c78" providerId="LiveId" clId="{A1D5D4BB-EF04-4F0A-8085-EE3415BDD6DC}" dt="2025-09-05T08:06:34.593" v="11" actId="1076"/>
          <ac:picMkLst>
            <pc:docMk/>
            <pc:sldMk cId="1858477064" sldId="256"/>
            <ac:picMk id="9" creationId="{63BAD9EB-E745-BBB0-1D16-6F380F4C26D0}"/>
          </ac:picMkLst>
        </pc:picChg>
      </pc:sldChg>
      <pc:sldChg chg="addSp delSp modSp mod">
        <pc:chgData name="Alekhya Komara" userId="cf894a963b253c78" providerId="LiveId" clId="{A1D5D4BB-EF04-4F0A-8085-EE3415BDD6DC}" dt="2025-09-05T08:07:22.165" v="28"/>
        <pc:sldMkLst>
          <pc:docMk/>
          <pc:sldMk cId="365083099" sldId="260"/>
        </pc:sldMkLst>
        <pc:spChg chg="mod">
          <ac:chgData name="Alekhya Komara" userId="cf894a963b253c78" providerId="LiveId" clId="{A1D5D4BB-EF04-4F0A-8085-EE3415BDD6DC}" dt="2025-09-05T08:07:22.165" v="28"/>
          <ac:spMkLst>
            <pc:docMk/>
            <pc:sldMk cId="365083099" sldId="260"/>
            <ac:spMk id="2" creationId="{731A373C-BBB1-639C-0B8C-B3E2603E1419}"/>
          </ac:spMkLst>
        </pc:spChg>
        <pc:spChg chg="del">
          <ac:chgData name="Alekhya Komara" userId="cf894a963b253c78" providerId="LiveId" clId="{A1D5D4BB-EF04-4F0A-8085-EE3415BDD6DC}" dt="2025-09-05T08:03:10.968" v="0" actId="931"/>
          <ac:spMkLst>
            <pc:docMk/>
            <pc:sldMk cId="365083099" sldId="260"/>
            <ac:spMk id="3" creationId="{34634A10-DE55-2429-EFA8-5AD484A32D3C}"/>
          </ac:spMkLst>
        </pc:spChg>
        <pc:spChg chg="add del mod">
          <ac:chgData name="Alekhya Komara" userId="cf894a963b253c78" providerId="LiveId" clId="{A1D5D4BB-EF04-4F0A-8085-EE3415BDD6DC}" dt="2025-09-05T08:03:27.781" v="2" actId="931"/>
          <ac:spMkLst>
            <pc:docMk/>
            <pc:sldMk cId="365083099" sldId="260"/>
            <ac:spMk id="8" creationId="{C7F8EECD-E5A0-B95E-BF54-647221A2C65A}"/>
          </ac:spMkLst>
        </pc:spChg>
        <pc:spChg chg="add mod">
          <ac:chgData name="Alekhya Komara" userId="cf894a963b253c78" providerId="LiveId" clId="{A1D5D4BB-EF04-4F0A-8085-EE3415BDD6DC}" dt="2025-09-05T08:03:33.084" v="3" actId="21"/>
          <ac:spMkLst>
            <pc:docMk/>
            <pc:sldMk cId="365083099" sldId="260"/>
            <ac:spMk id="12" creationId="{FDE1499C-97FA-CDBD-3A0D-8871E4BE504A}"/>
          </ac:spMkLst>
        </pc:spChg>
        <pc:picChg chg="add del mod">
          <ac:chgData name="Alekhya Komara" userId="cf894a963b253c78" providerId="LiveId" clId="{A1D5D4BB-EF04-4F0A-8085-EE3415BDD6DC}" dt="2025-09-05T08:03:17.869" v="1" actId="21"/>
          <ac:picMkLst>
            <pc:docMk/>
            <pc:sldMk cId="365083099" sldId="260"/>
            <ac:picMk id="6" creationId="{3448B8E0-B260-0E72-A17E-7334B820FE53}"/>
          </ac:picMkLst>
        </pc:picChg>
        <pc:picChg chg="add del mod">
          <ac:chgData name="Alekhya Komara" userId="cf894a963b253c78" providerId="LiveId" clId="{A1D5D4BB-EF04-4F0A-8085-EE3415BDD6DC}" dt="2025-09-05T08:03:33.084" v="3" actId="21"/>
          <ac:picMkLst>
            <pc:docMk/>
            <pc:sldMk cId="365083099" sldId="260"/>
            <ac:picMk id="10" creationId="{A5620531-5A43-759A-AAD9-23C32BB6BD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6628A-C0A4-F232-C287-63B73BD91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8ABEE-1AFA-4F20-0131-BE8213DA9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0353-99AD-24C9-939C-5F1C8674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431C3-1C58-F4EF-A876-B91408C4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E65D5-AD06-088E-25B5-6453EB74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6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259E-16D0-FCCB-C0BF-3F31A139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F22D-5A19-E5B8-544B-9E82139F8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2EC8-A947-43D4-CB98-D614B993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5ABEE-6101-760E-257E-620B1EED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7F4D1-EE1E-5C6E-ED56-FC0C37A4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70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F7BE9-97B1-CA21-FD75-5E00C11B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D8694-B375-B083-76CB-F04C18FAD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0762B-21AF-CF59-F96C-D02391FF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A4A9B-515D-8A9C-4159-CF7E2DFE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6163C-67E3-5496-7FB7-42FE9D8F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8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D555B-3B1B-207A-0AF8-0C2FA436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1F3D3-7C16-770C-6051-6694BF9DE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4712-E74B-7585-631D-66F45DF45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F64FF-00B9-7DFF-A2B6-5E3B3A20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1244B-CABB-324F-0154-D8FA2528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90914-580A-5381-00C1-03CE6AA9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4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69D5-A29B-1BDD-5443-4B7428B9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B01FB-AEA0-ADE9-575C-2C9206317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377B5-6BA8-3B50-A68D-3D7B9B9D9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AC0D3-132F-2E01-9495-E29E060C2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A24E1-B2DF-D264-EC39-D55823926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9794A-1EDD-02F9-F866-31B148CE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839BE-09B1-12DA-39A8-F5D87A6B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E4060F-71C7-FF17-CB3D-0A57880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2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9218-37B3-CEA1-6F0F-A534386D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2AD66-6E9A-2DD7-525A-668A165D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FB4FE-FEC6-BF42-FBF0-6341D79B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0AA09-348C-6EC4-FE6B-55A2D34D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1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817CD-E957-9079-B641-7D9A5639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0975EB-99D5-0507-14D7-8029DE9C3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97C06-392A-EB71-D9E5-543E17E5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29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F454-9892-40C0-AEAF-DE4C207F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43A34-9C50-31DE-4C10-C82573FEA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BEC29-DF45-C2E8-26D3-236485F4A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2B63E-6946-76F6-457C-B4883A12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B9CF1-D862-F548-E14A-1245DF3D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91A2-402F-80D4-BA7B-3D94116E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3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E688-CA70-A33B-7EF6-AAD02EA0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1D314-D7D6-3533-CFCC-D1F94AC9B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983D0-478D-0241-0E59-F6AE9FA0A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69E12-0E79-2D4C-C927-2447C63C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1014F-48E1-B35F-1C84-BA33835B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CE641-8349-498C-F213-A6D8AAE2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7CDE-BAF9-1898-D9A0-C8CBC2EC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DDC40-6E5C-5409-CB86-7FE12741E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57C96-31F8-9204-9751-F0428826A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BFB8B-352A-E545-769E-3267B436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1501A-22E0-3D67-A55C-A29EC5C1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0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BB53A-6318-4F5E-FEED-E7A646668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91A6D-B34F-FD6F-318C-E774CB9CF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3FC5B-B703-7FFB-2E79-39B553758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A4392-9A0A-BC10-9344-387CBEAC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ED455-51D9-071A-3E83-42AFC56A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11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B6531-E767-8D1B-E157-EA7EE478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B838C-BB59-EED6-89BA-4805892AB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E2345-BB2F-E7CD-81D1-F79A6E62D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A814E-D91F-47F6-B670-DA3062859C0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1870-D6F6-43CA-6277-33E3DDAAC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EBF7-5F6A-3977-1DA2-1CEA127BA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36268-4EEB-43DC-BC4D-73E393070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1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17B98E-3FFC-EF73-BEE3-B8A8CCC3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Ecommerce Sales Analysis using SQL 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63BAD9EB-E745-BBB0-1D16-6F380F4C26D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4" r="9484"/>
          <a:stretch/>
        </p:blipFill>
        <p:spPr>
          <a:xfrm>
            <a:off x="5615807" y="1257300"/>
            <a:ext cx="6172200" cy="4873625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58E28AB-D67B-0F5E-7A58-0A2312CB8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490" y="2057400"/>
            <a:ext cx="4886633" cy="4717026"/>
          </a:xfrm>
        </p:spPr>
        <p:txBody>
          <a:bodyPr/>
          <a:lstStyle/>
          <a:p>
            <a:r>
              <a:rPr lang="en-US" dirty="0"/>
              <a:t>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Presented by </a:t>
            </a:r>
          </a:p>
          <a:p>
            <a:r>
              <a:rPr lang="en-US" dirty="0"/>
              <a:t>Alekhya Komara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CF8FB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373C-BBB1-639C-0B8C-B3E2603E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5B9B4-9BFE-37DE-4BCF-9E0F7FEF2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DE1499C-97FA-CDBD-3A0D-8871E4BE504A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6508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C69B-3466-270D-A4E5-476E97FE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0F716B-179A-57A4-AC43-FCA04B637CC9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66EC6-A076-3BB7-0478-E82D2E34A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9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BFEF-FE7B-2218-F189-0DDDE8FD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76DF2-8112-31AA-D63F-FDE12C39D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74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A4B7-AFEA-B294-4B07-21FED7E4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946F0-9EBB-4DA4-EF40-AFFB21B981E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94025-3EDD-FB82-FB75-A311D2F28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9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Ecommerce Sales Analysis using SQL </vt:lpstr>
      <vt:lpstr>Abstraction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Alekhya Komara</dc:creator>
  <cp:lastModifiedBy>Alekhya Komara</cp:lastModifiedBy>
  <cp:revision>1</cp:revision>
  <dcterms:created xsi:type="dcterms:W3CDTF">2025-09-05T08:02:30Z</dcterms:created>
  <dcterms:modified xsi:type="dcterms:W3CDTF">2025-09-05T08:07:24Z</dcterms:modified>
</cp:coreProperties>
</file>